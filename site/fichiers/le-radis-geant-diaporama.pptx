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 de randonnée traditionnel russe. Toujours cap ! — toujourscap.com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papi et une mamie ont un tout petit jardin. Si petit qu’il n’y a de place que pour une seule graine. Le papi plante une graine de radis : « Pousse, pousse, petit radis, pousse bien rond, pousse bien rouge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radis pousse, pousse… Gros comme une pomme, gros comme un ballon, gros comme une brouette ! Ses feuilles montent au-dessus du toit. Le radis cache le soleil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papi attrape les feuilles du radis. Il tire, il tire… Hisse et ho ! Hisse et ho ! Le radis ne bouge pas d’un poil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papi appelle la mamie. La mamie tire le papi, le papi tire le radis… Hisse et ho ! Hisse et ho ! Le radis ne bouge pas d’un poil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mamie appelle la petite fille. La petite fille tire la mamie, la mamie tire le papi, le papi tire le radis… Hisse et ho ! Hisse et ho ! Le radis ne bouge pas d’un poil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petite fille appelle le chien. Le chien tire la petite fille, la petite fille tire la mamie, la mamie tire le papi, le papi tire le radis… Hisse et ho ! Hisse et ho ! Le radis ne bouge pas d’un poil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chien appelle le chat. Le chat tire le chien, le chien tire la petite fille, la petite fille tire la mamie, la mamie tire le papi, le papi tire le radis… Hisse et ho ! Hisse et ho ! Le radis ne bouge pas d’un poil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chat appelle une toute petite souris. « Toi ? Tu es bien trop petite ! » La souris tire le chat, le chat tire le chien, le chien tire la petite fille, la petite fille tire la mamie, la mamie tire le papi, le papi tire le radis… Hisse et ho ! Hisse 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radis sort de terre… et tout le monde tombe à la renverse, les pattes en l’air ! PLOP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soir, la mamie fait une grande soupe de radis. Il y en a pour le papi, la mamie, la petite fille, le chien, le chat… et la plus grosse part pour la toute petite souris.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B"/>
        </a:solidFill>
      </p:bgPr>
    </p:bg>
    <p:spTree>
      <p:nvGrpSpPr>
        <p:cNvPr id="1" name=""/>
        <p:cNvGrpSpPr/>
        <p:nvPr/>
      </p:nvGrpSpPr>
      <p:grpSpPr>
        <a:xfrm>
          <a:off x="0" y="0"/>
          <a:ext cx="0" cy="0"/>
          <a:chOff x="0" y="0"/>
          <a:chExt cx="0" cy="0"/>
        </a:xfrm>
      </p:grpSpPr>
      <p:pic>
        <p:nvPicPr>
          <p:cNvPr id="2" name="Image 0" descr="Le radis géant devant la maison">    </p:cNvPr>
          <p:cNvPicPr>
            <a:picLocks noChangeAspect="1"/>
          </p:cNvPicPr>
          <p:nvPr/>
        </p:nvPicPr>
        <p:blipFill>
          <a:blip r:embed="rId1"/>
          <a:stretch>
            <a:fillRect/>
          </a:stretch>
        </p:blipFill>
        <p:spPr>
          <a:xfrm>
            <a:off x="1128653" y="0"/>
            <a:ext cx="6886695" cy="5143500"/>
          </a:xfrm>
          <a:prstGeom prst="rect">
            <a:avLst/>
          </a:prstGeom>
        </p:spPr>
      </p:pic>
      <p:sp>
        <p:nvSpPr>
          <p:cNvPr id="3" name="Text 0"/>
          <p:cNvSpPr txBox="1"/>
          <p:nvPr/>
        </p:nvSpPr>
        <p:spPr>
          <a:xfrm>
            <a:off x="1494413" y="320040"/>
            <a:ext cx="6155175" cy="914400"/>
          </a:xfrm>
          <a:prstGeom prst="rect">
            <a:avLst/>
          </a:prstGeom>
          <a:noFill/>
          <a:ln/>
          <a:effectLst>
            <a:outerShdw sx="100000" sy="100000" kx="0" ky="0" algn="bl" rotWithShape="0" blurRad="76200" dist="25400" dir="2700000">
              <a:srgbClr val="000000">
                <a:alpha val="70000"/>
              </a:srgbClr>
            </a:outerShdw>
          </a:effectLst>
        </p:spPr>
        <p:txBody>
          <a:bodyPr wrap="square" rtlCol="0" anchor="ctr"/>
          <a:lstStyle/>
          <a:p>
            <a:pPr algn="ctr" indent="0" marL="0">
              <a:buNone/>
            </a:pPr>
            <a:r>
              <a:rPr lang="en-US" sz="4400" b="1" dirty="0">
                <a:solidFill>
                  <a:srgbClr val="FFFFFF"/>
                </a:solidFill>
                <a:latin typeface="Bookman Old Style" pitchFamily="34" charset="0"/>
                <a:ea typeface="Bookman Old Style" pitchFamily="34" charset="-122"/>
                <a:cs typeface="Bookman Old Style" pitchFamily="34" charset="-120"/>
              </a:rPr>
              <a:t>Le radis géant</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1B"/>
        </a:solidFill>
      </p:bgPr>
    </p:bg>
    <p:spTree>
      <p:nvGrpSpPr>
        <p:cNvPr id="1" name=""/>
        <p:cNvGrpSpPr/>
        <p:nvPr/>
      </p:nvGrpSpPr>
      <p:grpSpPr>
        <a:xfrm>
          <a:off x="0" y="0"/>
          <a:ext cx="0" cy="0"/>
          <a:chOff x="0" y="0"/>
          <a:chExt cx="0" cy="0"/>
        </a:xfrm>
      </p:grpSpPr>
      <p:pic>
        <p:nvPicPr>
          <p:cNvPr id="2" name="Image 0" descr="Le papi plante une graine de radis">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1B"/>
        </a:solidFill>
      </p:bgPr>
    </p:bg>
    <p:spTree>
      <p:nvGrpSpPr>
        <p:cNvPr id="1" name=""/>
        <p:cNvGrpSpPr/>
        <p:nvPr/>
      </p:nvGrpSpPr>
      <p:grpSpPr>
        <a:xfrm>
          <a:off x="0" y="0"/>
          <a:ext cx="0" cy="0"/>
          <a:chOff x="0" y="0"/>
          <a:chExt cx="0" cy="0"/>
        </a:xfrm>
      </p:grpSpPr>
      <p:pic>
        <p:nvPicPr>
          <p:cNvPr id="2" name="Image 0" descr="Le radis devenu géant devant la maison">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1B"/>
        </a:solidFill>
      </p:bgPr>
    </p:bg>
    <p:spTree>
      <p:nvGrpSpPr>
        <p:cNvPr id="1" name=""/>
        <p:cNvGrpSpPr/>
        <p:nvPr/>
      </p:nvGrpSpPr>
      <p:grpSpPr>
        <a:xfrm>
          <a:off x="0" y="0"/>
          <a:ext cx="0" cy="0"/>
          <a:chOff x="0" y="0"/>
          <a:chExt cx="0" cy="0"/>
        </a:xfrm>
      </p:grpSpPr>
      <p:pic>
        <p:nvPicPr>
          <p:cNvPr id="2" name="Image 0" descr="Le papi tire seul sur le radis">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1B"/>
        </a:solidFill>
      </p:bgPr>
    </p:bg>
    <p:spTree>
      <p:nvGrpSpPr>
        <p:cNvPr id="1" name=""/>
        <p:cNvGrpSpPr/>
        <p:nvPr/>
      </p:nvGrpSpPr>
      <p:grpSpPr>
        <a:xfrm>
          <a:off x="0" y="0"/>
          <a:ext cx="0" cy="0"/>
          <a:chOff x="0" y="0"/>
          <a:chExt cx="0" cy="0"/>
        </a:xfrm>
      </p:grpSpPr>
      <p:pic>
        <p:nvPicPr>
          <p:cNvPr id="2" name="Image 0" descr="La mamie tire le papi">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1B"/>
        </a:solidFill>
      </p:bgPr>
    </p:bg>
    <p:spTree>
      <p:nvGrpSpPr>
        <p:cNvPr id="1" name=""/>
        <p:cNvGrpSpPr/>
        <p:nvPr/>
      </p:nvGrpSpPr>
      <p:grpSpPr>
        <a:xfrm>
          <a:off x="0" y="0"/>
          <a:ext cx="0" cy="0"/>
          <a:chOff x="0" y="0"/>
          <a:chExt cx="0" cy="0"/>
        </a:xfrm>
      </p:grpSpPr>
      <p:pic>
        <p:nvPicPr>
          <p:cNvPr id="2" name="Image 0" descr="La petite fille rejoint la chaîne">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1B"/>
        </a:solidFill>
      </p:bgPr>
    </p:bg>
    <p:spTree>
      <p:nvGrpSpPr>
        <p:cNvPr id="1" name=""/>
        <p:cNvGrpSpPr/>
        <p:nvPr/>
      </p:nvGrpSpPr>
      <p:grpSpPr>
        <a:xfrm>
          <a:off x="0" y="0"/>
          <a:ext cx="0" cy="0"/>
          <a:chOff x="0" y="0"/>
          <a:chExt cx="0" cy="0"/>
        </a:xfrm>
      </p:grpSpPr>
      <p:pic>
        <p:nvPicPr>
          <p:cNvPr id="2" name="Image 0" descr="Le chien rejoint la chaîne">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1B"/>
        </a:solidFill>
      </p:bgPr>
    </p:bg>
    <p:spTree>
      <p:nvGrpSpPr>
        <p:cNvPr id="1" name=""/>
        <p:cNvGrpSpPr/>
        <p:nvPr/>
      </p:nvGrpSpPr>
      <p:grpSpPr>
        <a:xfrm>
          <a:off x="0" y="0"/>
          <a:ext cx="0" cy="0"/>
          <a:chOff x="0" y="0"/>
          <a:chExt cx="0" cy="0"/>
        </a:xfrm>
      </p:grpSpPr>
      <p:pic>
        <p:nvPicPr>
          <p:cNvPr id="2" name="Image 0" descr="Le chat rejoint la chaîne">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1B"/>
        </a:solidFill>
      </p:bgPr>
    </p:bg>
    <p:spTree>
      <p:nvGrpSpPr>
        <p:cNvPr id="1" name=""/>
        <p:cNvGrpSpPr/>
        <p:nvPr/>
      </p:nvGrpSpPr>
      <p:grpSpPr>
        <a:xfrm>
          <a:off x="0" y="0"/>
          <a:ext cx="0" cy="0"/>
          <a:chOff x="0" y="0"/>
          <a:chExt cx="0" cy="0"/>
        </a:xfrm>
      </p:grpSpPr>
      <p:pic>
        <p:nvPicPr>
          <p:cNvPr id="2" name="Image 0" descr="La toute petite souris tire aussi">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1B"/>
        </a:solidFill>
      </p:bgPr>
    </p:bg>
    <p:spTree>
      <p:nvGrpSpPr>
        <p:cNvPr id="1" name=""/>
        <p:cNvGrpSpPr/>
        <p:nvPr/>
      </p:nvGrpSpPr>
      <p:grpSpPr>
        <a:xfrm>
          <a:off x="0" y="0"/>
          <a:ext cx="0" cy="0"/>
          <a:chOff x="0" y="0"/>
          <a:chExt cx="0" cy="0"/>
        </a:xfrm>
      </p:grpSpPr>
      <p:pic>
        <p:nvPicPr>
          <p:cNvPr id="2" name="Image 0" descr="Tout le monde tombe à la renverse">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1B"/>
        </a:solidFill>
      </p:bgPr>
    </p:bg>
    <p:spTree>
      <p:nvGrpSpPr>
        <p:cNvPr id="1" name=""/>
        <p:cNvGrpSpPr/>
        <p:nvPr/>
      </p:nvGrpSpPr>
      <p:grpSpPr>
        <a:xfrm>
          <a:off x="0" y="0"/>
          <a:ext cx="0" cy="0"/>
          <a:chOff x="0" y="0"/>
          <a:chExt cx="0" cy="0"/>
        </a:xfrm>
      </p:grpSpPr>
      <p:pic>
        <p:nvPicPr>
          <p:cNvPr id="2" name="Image 0" descr="La soupe de radis partagée">    </p:cNvPr>
          <p:cNvPicPr>
            <a:picLocks noChangeAspect="1"/>
          </p:cNvPicPr>
          <p:nvPr/>
        </p:nvPicPr>
        <p:blipFill>
          <a:blip r:embed="rId1"/>
          <a:stretch>
            <a:fillRect/>
          </a:stretch>
        </p:blipFill>
        <p:spPr>
          <a:xfrm>
            <a:off x="1128653" y="0"/>
            <a:ext cx="6886695"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radis géant</dc:title>
  <dc:subject>PptxGenJS Presentation</dc:subject>
  <dc:creator>Toujours cap !</dc:creator>
  <cp:lastModifiedBy>Toujours cap !</cp:lastModifiedBy>
  <cp:revision>1</cp:revision>
  <dcterms:created xsi:type="dcterms:W3CDTF">2026-10-25T07:02:17Z</dcterms:created>
  <dcterms:modified xsi:type="dcterms:W3CDTF">2026-10-25T07:02:17Z</dcterms:modified>
</cp:coreProperties>
</file>